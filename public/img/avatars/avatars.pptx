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D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45B9-3E0A-29D0-F2CF-A690B477C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EE31F-48F8-EEDB-0F9F-04DBD750A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F9728-6E98-5621-76A9-67D8DDEDE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654EE-11DB-4F13-A795-E6F0AA86F182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84BC4-350E-CCE4-A80B-97DA81033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159BA-D0D5-4F18-2E83-44EB73E76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F7BC-D5ED-4228-A9A1-1E1BCAAE6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66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C9183-4092-5C9B-4CD6-47A0A2236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10615-249F-F90A-2CE2-94F171306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A3CC4-5EDB-414B-7C7C-C2EFEA4E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654EE-11DB-4F13-A795-E6F0AA86F182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8F910-52A6-0DFB-4DCE-C5BF38185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3DA87-F7B7-15E9-2E2F-767D55AE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F7BC-D5ED-4228-A9A1-1E1BCAAE6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3829-9F79-A09D-9FB7-0D2F76BF0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D0499-C0FC-F97A-8A66-82490729C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AF35E-6187-9423-CBD2-E82CB2D3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654EE-11DB-4F13-A795-E6F0AA86F182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B1180-1265-07A9-7C36-F88CB53CD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E647F-EC24-4D04-C3B0-239014433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F7BC-D5ED-4228-A9A1-1E1BCAAE6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FA76E-3642-DEA8-E365-56F45CA3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E9C0B-EC9A-16E6-8C51-E4B0447E14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F8281F-9B9A-253C-E78C-1F5672C53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B51AD-A41D-FCF4-70EB-514DD1EE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654EE-11DB-4F13-A795-E6F0AA86F182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268AD-5540-12B7-C3E5-DA83FE67A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39D17-AFC2-87BD-AF0F-59234FB67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F7BC-D5ED-4228-A9A1-1E1BCAAE6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8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E9EA-4270-7882-81BD-42C2A249A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713F3-CE3E-AEAF-F903-6F8937490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BCA5C-B7EA-308C-CE72-2398CF162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DC6F56-0B59-D8EE-4A0F-6795C86F7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432F52-0C25-BBD9-387F-4FED998301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46C4F5-05D9-9273-FAED-8456CEB40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654EE-11DB-4F13-A795-E6F0AA86F182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088A0D-387E-87EF-E019-0748C624F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F613F1-6548-D595-CFC0-E77735688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F7BC-D5ED-4228-A9A1-1E1BCAAE6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0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5F9D7-6B6A-8E38-9FD5-EC6D5BA30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06AC77-01E3-378C-9A8B-17DC1C28F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654EE-11DB-4F13-A795-E6F0AA86F182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CCD6AC-B44F-595C-0B70-8B57FF286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B4E40-E30E-4D7D-26D4-EA4AD776E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F7BC-D5ED-4228-A9A1-1E1BCAAE6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15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C24188-929C-1AE8-D177-6BF338418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654EE-11DB-4F13-A795-E6F0AA86F182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3F3A57-5AF5-C1EF-0204-E328F4291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00DA3-1F1D-5691-E277-B02A072E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F7BC-D5ED-4228-A9A1-1E1BCAAE6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84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28B56-CDF1-45DF-703F-1BC05BAD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3EBBA-3AA8-EEEB-CEC9-11133DF65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493B0-EE0F-D784-5DC0-0B9347271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F3A7B-63B3-5385-8D05-A8204583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654EE-11DB-4F13-A795-E6F0AA86F182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E3801-28AC-844E-6D29-C05F51CEC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DC757-724A-2D6A-DB75-C267E95BC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F7BC-D5ED-4228-A9A1-1E1BCAAE6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46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C492D-FF17-18D0-7179-C7C5446BB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83BFEF-CB00-4DFD-C11E-58EE365955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D3988-57EE-F0B3-403C-5C1D8F5F3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1E310-9CAA-1812-64A8-C9BDC2F9C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654EE-11DB-4F13-A795-E6F0AA86F182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D2A6F-695F-9177-773E-192DABF22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ADDAC-6751-B017-2E8C-D350BE2F2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F7BC-D5ED-4228-A9A1-1E1BCAAE6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46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35231-E2CF-DA04-B827-24A7D1DC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5EAF8-429D-C486-B12C-08B10D230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49C9E-38E3-964B-37B6-D7EC4BB25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654EE-11DB-4F13-A795-E6F0AA86F182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DA40F-334C-76E4-8892-1ED14A44F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72A5C-1700-7F73-BD9A-909B39F06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F7BC-D5ED-4228-A9A1-1E1BCAAE6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18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E100D4-1E61-BD6E-CF14-3E1818F2E9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8146AA-252A-3CCC-4B27-B44B7C412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AF217-C91B-B022-E5AE-1CC6E8196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654EE-11DB-4F13-A795-E6F0AA86F182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2A5FE-7C75-7543-AF72-7D70CE34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12F6E-D7A2-4578-0BCC-CB7548ED0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F7BC-D5ED-4228-A9A1-1E1BCAAE6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5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15793B-9153-B1CC-F392-462DFC0A3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83AC5-4EA3-7712-8C08-3F1CBF47B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95BB3-78CE-F579-857C-BC62005E27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654EE-11DB-4F13-A795-E6F0AA86F182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55F4D-9B41-875E-E787-0006666C5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DEE94-BF7E-F7E2-F507-E45D9AAA4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2F7BC-D5ED-4228-A9A1-1E1BCAAE6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905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4004407-E7EB-1274-B671-1903B1AF611B}"/>
              </a:ext>
            </a:extLst>
          </p:cNvPr>
          <p:cNvGrpSpPr/>
          <p:nvPr/>
        </p:nvGrpSpPr>
        <p:grpSpPr>
          <a:xfrm>
            <a:off x="3839270" y="489147"/>
            <a:ext cx="2939853" cy="2944837"/>
            <a:chOff x="3839270" y="489147"/>
            <a:chExt cx="2939853" cy="294483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E72120D-9B1A-7AE0-E5BD-E6247BC2B883}"/>
                </a:ext>
              </a:extLst>
            </p:cNvPr>
            <p:cNvGrpSpPr/>
            <p:nvPr/>
          </p:nvGrpSpPr>
          <p:grpSpPr>
            <a:xfrm>
              <a:off x="3839270" y="489147"/>
              <a:ext cx="2939853" cy="2944837"/>
              <a:chOff x="8488989" y="2659416"/>
              <a:chExt cx="2939853" cy="2944837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F7B2B9A4-2399-4B4B-22D9-A3782E4A29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8989" y="2659416"/>
                <a:ext cx="2939853" cy="2939853"/>
              </a:xfrm>
              <a:prstGeom prst="rect">
                <a:avLst/>
              </a:prstGeom>
            </p:spPr>
          </p:pic>
          <p:sp>
            <p:nvSpPr>
              <p:cNvPr id="25" name="Parallelogram 24">
                <a:extLst>
                  <a:ext uri="{FF2B5EF4-FFF2-40B4-BE49-F238E27FC236}">
                    <a16:creationId xmlns:a16="http://schemas.microsoft.com/office/drawing/2014/main" id="{8F0D10AC-35B5-A694-F013-76E1621976CD}"/>
                  </a:ext>
                </a:extLst>
              </p:cNvPr>
              <p:cNvSpPr/>
              <p:nvPr/>
            </p:nvSpPr>
            <p:spPr>
              <a:xfrm rot="5400000">
                <a:off x="10332331" y="4897349"/>
                <a:ext cx="451994" cy="145256"/>
              </a:xfrm>
              <a:prstGeom prst="parallelogram">
                <a:avLst>
                  <a:gd name="adj" fmla="val 15167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Parallelogram 28">
                <a:extLst>
                  <a:ext uri="{FF2B5EF4-FFF2-40B4-BE49-F238E27FC236}">
                    <a16:creationId xmlns:a16="http://schemas.microsoft.com/office/drawing/2014/main" id="{ACA63FB7-A1E1-637B-0BF0-324AD8309C27}"/>
                  </a:ext>
                </a:extLst>
              </p:cNvPr>
              <p:cNvSpPr/>
              <p:nvPr/>
            </p:nvSpPr>
            <p:spPr>
              <a:xfrm rot="16200000" flipH="1">
                <a:off x="9144083" y="4897349"/>
                <a:ext cx="451994" cy="145256"/>
              </a:xfrm>
              <a:prstGeom prst="parallelogram">
                <a:avLst>
                  <a:gd name="adj" fmla="val 15167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181891BB-B5FD-BB51-BAC9-5B1364EBF334}"/>
                  </a:ext>
                </a:extLst>
              </p:cNvPr>
              <p:cNvSpPr/>
              <p:nvPr/>
            </p:nvSpPr>
            <p:spPr>
              <a:xfrm>
                <a:off x="9964205" y="5124309"/>
                <a:ext cx="666751" cy="479830"/>
              </a:xfrm>
              <a:custGeom>
                <a:avLst/>
                <a:gdLst>
                  <a:gd name="connsiteX0" fmla="*/ 0 w 666751"/>
                  <a:gd name="connsiteY0" fmla="*/ 0 h 479830"/>
                  <a:gd name="connsiteX1" fmla="*/ 666751 w 666751"/>
                  <a:gd name="connsiteY1" fmla="*/ 0 h 479830"/>
                  <a:gd name="connsiteX2" fmla="*/ 666751 w 666751"/>
                  <a:gd name="connsiteY2" fmla="*/ 318023 h 479830"/>
                  <a:gd name="connsiteX3" fmla="*/ 570784 w 666751"/>
                  <a:gd name="connsiteY3" fmla="*/ 364253 h 479830"/>
                  <a:gd name="connsiteX4" fmla="*/ 148266 w 666751"/>
                  <a:gd name="connsiteY4" fmla="*/ 472343 h 479830"/>
                  <a:gd name="connsiteX5" fmla="*/ 0 w 666751"/>
                  <a:gd name="connsiteY5" fmla="*/ 479830 h 479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66751" h="479830">
                    <a:moveTo>
                      <a:pt x="0" y="0"/>
                    </a:moveTo>
                    <a:lnTo>
                      <a:pt x="666751" y="0"/>
                    </a:lnTo>
                    <a:lnTo>
                      <a:pt x="666751" y="318023"/>
                    </a:lnTo>
                    <a:lnTo>
                      <a:pt x="570784" y="364253"/>
                    </a:lnTo>
                    <a:cubicBezTo>
                      <a:pt x="438687" y="420125"/>
                      <a:pt x="296737" y="457265"/>
                      <a:pt x="148266" y="472343"/>
                    </a:cubicBezTo>
                    <a:lnTo>
                      <a:pt x="0" y="47983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B99CEC4-920E-1C7C-DA50-052E7B5EC43F}"/>
                  </a:ext>
                </a:extLst>
              </p:cNvPr>
              <p:cNvSpPr/>
              <p:nvPr/>
            </p:nvSpPr>
            <p:spPr>
              <a:xfrm>
                <a:off x="9297453" y="5124309"/>
                <a:ext cx="666751" cy="479944"/>
              </a:xfrm>
              <a:custGeom>
                <a:avLst/>
                <a:gdLst>
                  <a:gd name="connsiteX0" fmla="*/ 0 w 666751"/>
                  <a:gd name="connsiteY0" fmla="*/ 0 h 479944"/>
                  <a:gd name="connsiteX1" fmla="*/ 666751 w 666751"/>
                  <a:gd name="connsiteY1" fmla="*/ 0 h 479944"/>
                  <a:gd name="connsiteX2" fmla="*/ 666751 w 666751"/>
                  <a:gd name="connsiteY2" fmla="*/ 479830 h 479944"/>
                  <a:gd name="connsiteX3" fmla="*/ 664495 w 666751"/>
                  <a:gd name="connsiteY3" fmla="*/ 479944 h 479944"/>
                  <a:gd name="connsiteX4" fmla="*/ 91455 w 666751"/>
                  <a:gd name="connsiteY4" fmla="*/ 364253 h 479944"/>
                  <a:gd name="connsiteX5" fmla="*/ 0 w 666751"/>
                  <a:gd name="connsiteY5" fmla="*/ 320197 h 479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66751" h="479944">
                    <a:moveTo>
                      <a:pt x="0" y="0"/>
                    </a:moveTo>
                    <a:lnTo>
                      <a:pt x="666751" y="0"/>
                    </a:lnTo>
                    <a:lnTo>
                      <a:pt x="666751" y="479830"/>
                    </a:lnTo>
                    <a:lnTo>
                      <a:pt x="664495" y="479944"/>
                    </a:lnTo>
                    <a:cubicBezTo>
                      <a:pt x="461229" y="479944"/>
                      <a:pt x="267584" y="438749"/>
                      <a:pt x="91455" y="364253"/>
                    </a:cubicBezTo>
                    <a:lnTo>
                      <a:pt x="0" y="320197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052883D1-D87D-609A-F40A-15A7E059D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121023">
              <a:off x="5440048" y="2230476"/>
              <a:ext cx="1066800" cy="106680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DE92E16-23B8-76FF-AFC4-75BC26C02C0C}"/>
              </a:ext>
            </a:extLst>
          </p:cNvPr>
          <p:cNvGrpSpPr/>
          <p:nvPr/>
        </p:nvGrpSpPr>
        <p:grpSpPr>
          <a:xfrm>
            <a:off x="692347" y="489147"/>
            <a:ext cx="2939853" cy="2939853"/>
            <a:chOff x="692347" y="489147"/>
            <a:chExt cx="2939853" cy="2939853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101226E-5E33-8C26-BB87-D28D4CD69564}"/>
                </a:ext>
              </a:extLst>
            </p:cNvPr>
            <p:cNvGrpSpPr/>
            <p:nvPr/>
          </p:nvGrpSpPr>
          <p:grpSpPr>
            <a:xfrm>
              <a:off x="692347" y="489147"/>
              <a:ext cx="2939853" cy="2939853"/>
              <a:chOff x="692347" y="489147"/>
              <a:chExt cx="2939853" cy="2939853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2B3FFBFA-FAB9-27FE-4DBF-903D6C3BF9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347" y="489147"/>
                <a:ext cx="2939853" cy="2939853"/>
              </a:xfrm>
              <a:prstGeom prst="rect">
                <a:avLst/>
              </a:prstGeom>
            </p:spPr>
          </p:pic>
          <p:sp>
            <p:nvSpPr>
              <p:cNvPr id="16" name="Parallelogram 15">
                <a:extLst>
                  <a:ext uri="{FF2B5EF4-FFF2-40B4-BE49-F238E27FC236}">
                    <a16:creationId xmlns:a16="http://schemas.microsoft.com/office/drawing/2014/main" id="{E5574026-2395-F51A-9FA0-136AE97D0B62}"/>
                  </a:ext>
                </a:extLst>
              </p:cNvPr>
              <p:cNvSpPr/>
              <p:nvPr/>
            </p:nvSpPr>
            <p:spPr>
              <a:xfrm rot="19454781">
                <a:off x="2139786" y="2601633"/>
                <a:ext cx="337211" cy="171450"/>
              </a:xfrm>
              <a:prstGeom prst="parallelogram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Parallelogram 16">
                <a:extLst>
                  <a:ext uri="{FF2B5EF4-FFF2-40B4-BE49-F238E27FC236}">
                    <a16:creationId xmlns:a16="http://schemas.microsoft.com/office/drawing/2014/main" id="{59047090-487D-2F64-76DA-A5B5A14ACF15}"/>
                  </a:ext>
                </a:extLst>
              </p:cNvPr>
              <p:cNvSpPr/>
              <p:nvPr/>
            </p:nvSpPr>
            <p:spPr>
              <a:xfrm rot="2145219" flipH="1">
                <a:off x="1839748" y="2601634"/>
                <a:ext cx="337211" cy="171450"/>
              </a:xfrm>
              <a:prstGeom prst="parallelogram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EC2BCD3-0B77-C82D-5773-C3CD0CF2ADD7}"/>
                  </a:ext>
                </a:extLst>
              </p:cNvPr>
              <p:cNvSpPr/>
              <p:nvPr/>
            </p:nvSpPr>
            <p:spPr>
              <a:xfrm>
                <a:off x="2369344" y="2985059"/>
                <a:ext cx="478631" cy="10477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8F8475B3-0FC2-795D-4C08-EFD66A1A7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0115" y="2199639"/>
              <a:ext cx="693278" cy="693278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9EFF83C-44DE-BB16-B54C-83BC87916617}"/>
              </a:ext>
            </a:extLst>
          </p:cNvPr>
          <p:cNvGrpSpPr/>
          <p:nvPr/>
        </p:nvGrpSpPr>
        <p:grpSpPr>
          <a:xfrm>
            <a:off x="6986193" y="489147"/>
            <a:ext cx="2939853" cy="2939853"/>
            <a:chOff x="6986193" y="489147"/>
            <a:chExt cx="2939853" cy="2939853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EAF9F81B-1123-754A-605E-113A9C026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6193" y="489147"/>
              <a:ext cx="2939853" cy="2939853"/>
            </a:xfrm>
            <a:prstGeom prst="rect">
              <a:avLst/>
            </a:prstGeom>
          </p:spPr>
        </p:pic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D9360935-6EEA-79F6-02CE-6E7E902A86E7}"/>
                </a:ext>
              </a:extLst>
            </p:cNvPr>
            <p:cNvSpPr/>
            <p:nvPr/>
          </p:nvSpPr>
          <p:spPr>
            <a:xfrm rot="19454781">
              <a:off x="8433003" y="2616873"/>
              <a:ext cx="337211" cy="171450"/>
            </a:xfrm>
            <a:prstGeom prst="parallelogram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B754A4B5-1B43-057C-CC46-2924A53F59AC}"/>
                </a:ext>
              </a:extLst>
            </p:cNvPr>
            <p:cNvSpPr/>
            <p:nvPr/>
          </p:nvSpPr>
          <p:spPr>
            <a:xfrm rot="2145219" flipH="1">
              <a:off x="8132965" y="2616874"/>
              <a:ext cx="337211" cy="171450"/>
            </a:xfrm>
            <a:prstGeom prst="parallelogram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3200A1F-2A63-A3A5-E1D4-FDF9BF08C483}"/>
                </a:ext>
              </a:extLst>
            </p:cNvPr>
            <p:cNvSpPr/>
            <p:nvPr/>
          </p:nvSpPr>
          <p:spPr>
            <a:xfrm>
              <a:off x="8662561" y="3000299"/>
              <a:ext cx="478631" cy="10477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FC93097-F31F-C434-1B6B-2763C00F668B}"/>
              </a:ext>
            </a:extLst>
          </p:cNvPr>
          <p:cNvGrpSpPr/>
          <p:nvPr/>
        </p:nvGrpSpPr>
        <p:grpSpPr>
          <a:xfrm>
            <a:off x="651545" y="3735267"/>
            <a:ext cx="2939853" cy="3034984"/>
            <a:chOff x="651545" y="3735267"/>
            <a:chExt cx="2939853" cy="3034984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634FF183-AA6C-BEF5-5F6D-E1372CF49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545" y="3735267"/>
              <a:ext cx="2939853" cy="2939853"/>
            </a:xfrm>
            <a:prstGeom prst="rect">
              <a:avLst/>
            </a:prstGeom>
          </p:spPr>
        </p:pic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C4A8C2C3-CF21-E666-F874-21796BB539D2}"/>
                </a:ext>
              </a:extLst>
            </p:cNvPr>
            <p:cNvGrpSpPr/>
            <p:nvPr/>
          </p:nvGrpSpPr>
          <p:grpSpPr>
            <a:xfrm>
              <a:off x="1460276" y="5924912"/>
              <a:ext cx="1322392" cy="798786"/>
              <a:chOff x="4644781" y="3970194"/>
              <a:chExt cx="1575706" cy="1101482"/>
            </a:xfrm>
          </p:grpSpPr>
          <p:sp>
            <p:nvSpPr>
              <p:cNvPr id="78" name="Rectangle: Top Corners Rounded 77">
                <a:extLst>
                  <a:ext uri="{FF2B5EF4-FFF2-40B4-BE49-F238E27FC236}">
                    <a16:creationId xmlns:a16="http://schemas.microsoft.com/office/drawing/2014/main" id="{179C1065-BF16-3011-8F9D-40EA591F5DDE}"/>
                  </a:ext>
                </a:extLst>
              </p:cNvPr>
              <p:cNvSpPr/>
              <p:nvPr/>
            </p:nvSpPr>
            <p:spPr>
              <a:xfrm rot="16200000">
                <a:off x="4490266" y="4124709"/>
                <a:ext cx="1100666" cy="791636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: Top Corners Rounded 79">
                <a:extLst>
                  <a:ext uri="{FF2B5EF4-FFF2-40B4-BE49-F238E27FC236}">
                    <a16:creationId xmlns:a16="http://schemas.microsoft.com/office/drawing/2014/main" id="{E9DF657C-9FF8-B673-6B8C-920E97EA6ACA}"/>
                  </a:ext>
                </a:extLst>
              </p:cNvPr>
              <p:cNvSpPr/>
              <p:nvPr/>
            </p:nvSpPr>
            <p:spPr>
              <a:xfrm rot="5400000" flipH="1">
                <a:off x="5274335" y="4125524"/>
                <a:ext cx="1100667" cy="791637"/>
              </a:xfrm>
              <a:prstGeom prst="round2Same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C474289-0A03-1E22-E31B-8443BD0EFEDC}"/>
                </a:ext>
              </a:extLst>
            </p:cNvPr>
            <p:cNvSpPr/>
            <p:nvPr/>
          </p:nvSpPr>
          <p:spPr>
            <a:xfrm>
              <a:off x="1482172" y="6692626"/>
              <a:ext cx="1284946" cy="77625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FB2CBCAE-2FDF-26AD-777B-6B0158621944}"/>
                </a:ext>
              </a:extLst>
            </p:cNvPr>
            <p:cNvSpPr/>
            <p:nvPr/>
          </p:nvSpPr>
          <p:spPr>
            <a:xfrm>
              <a:off x="1955487" y="6217586"/>
              <a:ext cx="352904" cy="302534"/>
            </a:xfrm>
            <a:prstGeom prst="roundRect">
              <a:avLst>
                <a:gd name="adj" fmla="val 44373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5" name="Picture 84">
            <a:extLst>
              <a:ext uri="{FF2B5EF4-FFF2-40B4-BE49-F238E27FC236}">
                <a16:creationId xmlns:a16="http://schemas.microsoft.com/office/drawing/2014/main" id="{30F87E15-2C27-FF6C-DD78-11B9997C8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212" y="3841144"/>
            <a:ext cx="2939853" cy="293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096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Glenn Nerrie</dc:creator>
  <cp:lastModifiedBy>Glenn Nerrie</cp:lastModifiedBy>
  <cp:revision>3</cp:revision>
  <dcterms:created xsi:type="dcterms:W3CDTF">2023-12-07T11:17:30Z</dcterms:created>
  <dcterms:modified xsi:type="dcterms:W3CDTF">2023-12-07T11:34:06Z</dcterms:modified>
</cp:coreProperties>
</file>